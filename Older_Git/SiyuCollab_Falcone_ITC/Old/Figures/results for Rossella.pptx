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6" r:id="rId10"/>
    <p:sldId id="265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6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77EC-DF03-E579-B5AF-C8869BFFF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3F626-0DF4-D868-BA2D-00DFBA803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E99DC-6D59-5129-94DE-BE8EC642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B58A7-48A6-AFD0-E2A9-3EA9C48C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F415B-FAAD-EFDF-6C50-B8DD7764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2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FF08-DF5E-BD08-010D-F7F8B9E8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AFB6-1B5F-6DA3-4958-0541FF4EC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A4808-39AE-A9AC-9923-834A6156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90A1-DDC6-B56C-279A-338B5CF3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1263-760B-E618-D636-6676C41A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9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7C88-5CC5-DBCD-686A-BDB7AF15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0FC91-EA15-85E7-AD03-DCB4AE76F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3A2EB-5CB1-7FDF-0DDC-3BEDE3C5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60DC2-3FC2-A1B4-7772-E0B2FEE0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99861-BCC8-F57C-2988-6D69E4E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7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4310-BE4A-B9A6-C366-E63AD43B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5722-A76E-DB22-FE04-3ADFC4EAB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783A4-98B6-B615-1FBA-F4C604756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95A5A-A619-5DF2-87A1-10935F86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2F86D-4EF1-0FD3-4A87-2CDA96F0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E5E04-48F0-28F3-A934-9F87FB97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6BF9-E847-00F0-B95D-F745FC9E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9A9D-63E4-7885-75BD-1278DDC41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55C9-613A-075F-B152-81FDFA798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BC3C9-2D13-2F86-A249-573E98775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D3F0A-AE2C-6209-73A5-72DFDEB0F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FA2629-0601-C029-3860-AE1BEF4A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66B8E-369F-94DD-3CE5-AE92FA5D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3CC37-14F9-F28D-0327-3FE5E208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99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97A2-08A9-D3AE-72FD-CF2B5BF2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52A27-30BB-264A-97EC-F74C076D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3D81B-4A18-63E1-ED0E-59D07265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5EEB7-60BC-C053-519F-F51CC593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7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39BF1-6A24-2023-149B-6F3D273B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59281-95D0-8BF8-4E33-7929BC0D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5A1C5-E746-F0A9-1836-436BF09F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0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77C1-FAA8-3787-7EEC-A6168481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BAC4-E9AB-06C5-B652-B393D526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5C775-D420-F74F-B6AE-CF47AF2EA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EFE46-39D7-D263-2652-8BB42996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47E65-F413-27DB-49B6-64374736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20E0B-0F43-D60B-8A42-09B506E2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98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D058-8531-258B-B016-84B14953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C4F34-BD12-CDAA-1CE2-610149B6B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5B962-4D57-2F95-CCC8-98028480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AF62F-A4F5-0EA5-AC46-907D7D71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7671F-FC63-67B6-1AC0-585F7DA7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1D01F-CD81-B03D-7047-5129D59E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5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2847-038A-5051-8D41-1FDF9379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2C5DF-DE70-42D1-33C9-0472656F1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33B1F-BF52-CDB6-8CD9-E1993DF3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186AE-0624-495B-1182-A70D5C1E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E623-05D8-46DF-FC37-42A6BF8E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1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88586-3F23-FE79-17FF-81A4C2EBB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2BE5E-4D5C-9812-DDAC-E05276F28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8F06-FF59-6D47-8F40-783D20A5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3B19E-25A1-38D7-B4BD-4815E52A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B6590-7021-1AA3-007E-3856695F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88177-B79B-52EB-7E39-B6F8A474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770A-4173-A5A5-0F5C-D36E220D7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A3A1B-DEA4-A2E6-FA1B-0FAE22818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EF16D-19FB-4568-97D6-9FDA03C7A8D3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C3F4E-921F-5C23-4E48-52182B7E1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CB50B-53C1-05CF-B5A0-E363BD8C0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2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A449-8D17-A7DD-9018-17ABAA7F8C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 for </a:t>
            </a:r>
            <a:r>
              <a:rPr lang="en-US" dirty="0" err="1"/>
              <a:t>lPFC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92F96-2075-799C-DE95-024D2D7B5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7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8E2BDB-3075-7884-4BE0-1565DC4A8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0195" y="1668319"/>
            <a:ext cx="1435100" cy="1435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D142E6-E4D2-A4DC-36B8-953535C92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8320" y="1670173"/>
            <a:ext cx="1435100" cy="1431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905CE6-9EDF-7BD9-D488-C3075A921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1251" y="3611811"/>
            <a:ext cx="2943225" cy="2943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CCD120-45DF-4BF2-5965-A8C5193EEF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4858" y="1668319"/>
            <a:ext cx="1435100" cy="14351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4EFE7-2540-68DA-608E-C58E19B08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1395" y="1668319"/>
            <a:ext cx="1435100" cy="143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4DFDC3-997C-40DE-4AC8-E3CF3B35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Replication of rasterplots</a:t>
            </a: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62060CA4-0DF1-29CB-5602-CA794FBE22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13171" y="1668319"/>
            <a:ext cx="1435100" cy="1435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3751A7-A4B1-73B9-33F4-57EB4E5DA528}"/>
              </a:ext>
            </a:extLst>
          </p:cNvPr>
          <p:cNvSpPr txBox="1"/>
          <p:nvPr/>
        </p:nvSpPr>
        <p:spPr>
          <a:xfrm>
            <a:off x="1016000" y="1690688"/>
            <a:ext cx="1816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 replication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23C52F-3BF6-22B6-9737-11FF1CE4E408}"/>
              </a:ext>
            </a:extLst>
          </p:cNvPr>
          <p:cNvSpPr txBox="1"/>
          <p:nvPr/>
        </p:nvSpPr>
        <p:spPr>
          <a:xfrm>
            <a:off x="959643" y="3427145"/>
            <a:ext cx="1816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 replication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DF1AB0E-E6EF-7F24-40A7-6B211FA4CC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9946" y="3611810"/>
            <a:ext cx="29432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6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37EC-C89F-8BB2-71BC-C605E1BD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7011"/>
            <a:ext cx="5257800" cy="1325563"/>
          </a:xfrm>
        </p:spPr>
        <p:txBody>
          <a:bodyPr/>
          <a:lstStyle/>
          <a:p>
            <a:r>
              <a:rPr lang="en-US" dirty="0"/>
              <a:t>Replication of Fig.3</a:t>
            </a:r>
          </a:p>
        </p:txBody>
      </p:sp>
      <p:pic>
        <p:nvPicPr>
          <p:cNvPr id="9" name="Content Placeholder 4" descr="A graph showing the time and time&#10;&#10;Description automatically generated">
            <a:extLst>
              <a:ext uri="{FF2B5EF4-FFF2-40B4-BE49-F238E27FC236}">
                <a16:creationId xmlns:a16="http://schemas.microsoft.com/office/drawing/2014/main" id="{AD2357AF-C6E1-DE14-88B0-50F569ADC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97" y="1690688"/>
            <a:ext cx="4351338" cy="4351338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FFE5555-D6E1-3FBE-250D-3A27B49C9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5547" y="1693386"/>
            <a:ext cx="4339640" cy="435133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8AEF6B1-6A16-8DE7-5B07-33310E86B4A6}"/>
              </a:ext>
            </a:extLst>
          </p:cNvPr>
          <p:cNvSpPr txBox="1">
            <a:spLocks/>
          </p:cNvSpPr>
          <p:nvPr/>
        </p:nvSpPr>
        <p:spPr>
          <a:xfrm>
            <a:off x="7094621" y="900781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Effect-size plot</a:t>
            </a:r>
          </a:p>
        </p:txBody>
      </p:sp>
    </p:spTree>
    <p:extLst>
      <p:ext uri="{BB962C8B-B14F-4D97-AF65-F5344CB8AC3E}">
        <p14:creationId xmlns:p14="http://schemas.microsoft.com/office/powerpoint/2010/main" val="382745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DE28-0515-9AFA-B726-2C140340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ANOVA + choice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D20D-2099-15D7-DD48-A1F8067F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9FFC7F1-A078-DF49-D690-CF745ACA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597" y="1690688"/>
            <a:ext cx="4351338" cy="4351338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563D29A-6D74-3D23-8122-5EA6905C9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5547" y="1699235"/>
            <a:ext cx="4339640" cy="433964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43A735-382C-ECC6-B066-8B116AE7BB0A}"/>
              </a:ext>
            </a:extLst>
          </p:cNvPr>
          <p:cNvSpPr txBox="1">
            <a:spLocks/>
          </p:cNvSpPr>
          <p:nvPr/>
        </p:nvSpPr>
        <p:spPr>
          <a:xfrm>
            <a:off x="7094621" y="900781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Effect-size plot</a:t>
            </a:r>
          </a:p>
        </p:txBody>
      </p:sp>
    </p:spTree>
    <p:extLst>
      <p:ext uri="{BB962C8B-B14F-4D97-AF65-F5344CB8AC3E}">
        <p14:creationId xmlns:p14="http://schemas.microsoft.com/office/powerpoint/2010/main" val="142025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DE28-0515-9AFA-B726-2C140340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ANOVA: drop, delay, value(</a:t>
            </a:r>
            <a:r>
              <a:rPr lang="en-US" sz="4400" dirty="0" err="1"/>
              <a:t>cont</a:t>
            </a:r>
            <a:r>
              <a:rPr lang="en-US" sz="4400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D20D-2099-15D7-DD48-A1F8067F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9FFC7F1-A078-DF49-D690-CF745ACA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597" y="1690688"/>
            <a:ext cx="4351338" cy="4351338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563D29A-6D74-3D23-8122-5EA6905C9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5547" y="1699235"/>
            <a:ext cx="4339640" cy="433964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43A735-382C-ECC6-B066-8B116AE7BB0A}"/>
              </a:ext>
            </a:extLst>
          </p:cNvPr>
          <p:cNvSpPr txBox="1">
            <a:spLocks/>
          </p:cNvSpPr>
          <p:nvPr/>
        </p:nvSpPr>
        <p:spPr>
          <a:xfrm>
            <a:off x="7094621" y="900781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Effect-size plot</a:t>
            </a:r>
          </a:p>
        </p:txBody>
      </p:sp>
    </p:spTree>
    <p:extLst>
      <p:ext uri="{BB962C8B-B14F-4D97-AF65-F5344CB8AC3E}">
        <p14:creationId xmlns:p14="http://schemas.microsoft.com/office/powerpoint/2010/main" val="3899803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DE28-0515-9AFA-B726-2C140340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ANOVA: drop(</a:t>
            </a:r>
            <a:r>
              <a:rPr lang="en-US" sz="4400" dirty="0" err="1"/>
              <a:t>cont</a:t>
            </a:r>
            <a:r>
              <a:rPr lang="en-US" sz="4400" dirty="0"/>
              <a:t>), delay (</a:t>
            </a:r>
            <a:r>
              <a:rPr lang="en-US" sz="4400" dirty="0" err="1"/>
              <a:t>cont</a:t>
            </a:r>
            <a:r>
              <a:rPr lang="en-US" sz="4400" dirty="0"/>
              <a:t>), value(</a:t>
            </a:r>
            <a:r>
              <a:rPr lang="en-US" sz="4400" dirty="0" err="1"/>
              <a:t>cont</a:t>
            </a:r>
            <a:r>
              <a:rPr lang="en-US" sz="4400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D20D-2099-15D7-DD48-A1F8067F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9FFC7F1-A078-DF49-D690-CF745ACA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597" y="1690688"/>
            <a:ext cx="4351338" cy="4351338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563D29A-6D74-3D23-8122-5EA6905C9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5547" y="1699235"/>
            <a:ext cx="4339640" cy="433964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E43A735-382C-ECC6-B066-8B116AE7BB0A}"/>
              </a:ext>
            </a:extLst>
          </p:cNvPr>
          <p:cNvSpPr txBox="1">
            <a:spLocks/>
          </p:cNvSpPr>
          <p:nvPr/>
        </p:nvSpPr>
        <p:spPr>
          <a:xfrm>
            <a:off x="7094621" y="900781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Effect-size plot</a:t>
            </a:r>
          </a:p>
        </p:txBody>
      </p:sp>
    </p:spTree>
    <p:extLst>
      <p:ext uri="{BB962C8B-B14F-4D97-AF65-F5344CB8AC3E}">
        <p14:creationId xmlns:p14="http://schemas.microsoft.com/office/powerpoint/2010/main" val="402812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Sustained activity for drop, delay, and interaction (replication Fig. 6)</a:t>
            </a:r>
          </a:p>
        </p:txBody>
      </p:sp>
      <p:pic>
        <p:nvPicPr>
          <p:cNvPr id="5" name="Content Placeholder 4" descr="A colorful diagram of a time&#10;&#10;Description automatically generated with medium confidence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9231"/>
            <a:ext cx="10515600" cy="3564126"/>
          </a:xfrm>
        </p:spPr>
      </p:pic>
    </p:spTree>
    <p:extLst>
      <p:ext uri="{BB962C8B-B14F-4D97-AF65-F5344CB8AC3E}">
        <p14:creationId xmlns:p14="http://schemas.microsoft.com/office/powerpoint/2010/main" val="3041479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Sustained activity for drop, delay, and interaction (cross-correlation)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19231"/>
            <a:ext cx="10515600" cy="3564126"/>
          </a:xfrm>
        </p:spPr>
      </p:pic>
    </p:spTree>
    <p:extLst>
      <p:ext uri="{BB962C8B-B14F-4D97-AF65-F5344CB8AC3E}">
        <p14:creationId xmlns:p14="http://schemas.microsoft.com/office/powerpoint/2010/main" val="21158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Sustained activity for drop, delay, and VALUE (cross-correlation)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19231"/>
            <a:ext cx="10515600" cy="3564126"/>
          </a:xfrm>
        </p:spPr>
      </p:pic>
    </p:spTree>
    <p:extLst>
      <p:ext uri="{BB962C8B-B14F-4D97-AF65-F5344CB8AC3E}">
        <p14:creationId xmlns:p14="http://schemas.microsoft.com/office/powerpoint/2010/main" val="1318825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Sustained activity for drop, delay, and VALUE (auto-correlation)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19231"/>
            <a:ext cx="10515600" cy="3564126"/>
          </a:xfrm>
        </p:spPr>
      </p:pic>
    </p:spTree>
    <p:extLst>
      <p:ext uri="{BB962C8B-B14F-4D97-AF65-F5344CB8AC3E}">
        <p14:creationId xmlns:p14="http://schemas.microsoft.com/office/powerpoint/2010/main" val="298592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3EC6-3E1F-06C2-2F5D-218CC451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analysis</a:t>
            </a:r>
          </a:p>
        </p:txBody>
      </p:sp>
      <p:pic>
        <p:nvPicPr>
          <p:cNvPr id="5" name="Content Placeholder 4" descr="A graph of a graph&#10;&#10;Description automatically generated">
            <a:extLst>
              <a:ext uri="{FF2B5EF4-FFF2-40B4-BE49-F238E27FC236}">
                <a16:creationId xmlns:a16="http://schemas.microsoft.com/office/drawing/2014/main" id="{7699AE8C-DA1D-3CF8-D160-CBF64BAA5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9231"/>
            <a:ext cx="10515600" cy="3564126"/>
          </a:xfrm>
        </p:spPr>
      </p:pic>
    </p:spTree>
    <p:extLst>
      <p:ext uri="{BB962C8B-B14F-4D97-AF65-F5344CB8AC3E}">
        <p14:creationId xmlns:p14="http://schemas.microsoft.com/office/powerpoint/2010/main" val="226193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69C5-83E5-5511-6C3E-5A38995B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Yellow 1</a:t>
            </a:r>
            <a:r>
              <a:rPr lang="en-US" baseline="30000" dirty="0"/>
              <a:t>st</a:t>
            </a:r>
            <a:r>
              <a:rPr lang="en-US" dirty="0"/>
              <a:t> vs Purple 1</a:t>
            </a:r>
            <a:r>
              <a:rPr lang="en-US" baseline="30000" dirty="0"/>
              <a:t>st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D5BD58-11D2-0A93-457D-AD5A342FE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4351338" cy="4351338"/>
          </a:xfrm>
        </p:spPr>
      </p:pic>
      <p:pic>
        <p:nvPicPr>
          <p:cNvPr id="7" name="Picture 6" descr="A comparison of the same model&#10;&#10;Description automatically generated with medium confidence">
            <a:extLst>
              <a:ext uri="{FF2B5EF4-FFF2-40B4-BE49-F238E27FC236}">
                <a16:creationId xmlns:a16="http://schemas.microsoft.com/office/drawing/2014/main" id="{3BF742D6-2A1C-0506-CB17-D34966DE2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26" y="2133599"/>
            <a:ext cx="6115098" cy="326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03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2336-3F83-36D0-3A72-42ADD752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implemented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353C-4E13-571C-6C07-DFA1EF93A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Purple and Yellow should shift “value coding” in the population analysis </a:t>
            </a:r>
          </a:p>
          <a:p>
            <a:r>
              <a:rPr lang="en-US" dirty="0"/>
              <a:t>2. A low dimensional dynamics analysis on the 3 features (drop, delay, value). This is best done with the Waldo/Voltaire dataset but can be done with </a:t>
            </a:r>
            <a:r>
              <a:rPr lang="en-US" dirty="0" err="1"/>
              <a:t>vlPFC</a:t>
            </a:r>
            <a:r>
              <a:rPr lang="en-US" dirty="0"/>
              <a:t> dataset.</a:t>
            </a:r>
          </a:p>
          <a:p>
            <a:r>
              <a:rPr lang="en-US" dirty="0"/>
              <a:t>3. ANOVA at the choice period can dissociate action from choice. </a:t>
            </a:r>
          </a:p>
          <a:p>
            <a:r>
              <a:rPr lang="en-US" dirty="0"/>
              <a:t>(this can be a separate paper)</a:t>
            </a:r>
          </a:p>
        </p:txBody>
      </p:sp>
    </p:spTree>
    <p:extLst>
      <p:ext uri="{BB962C8B-B14F-4D97-AF65-F5344CB8AC3E}">
        <p14:creationId xmlns:p14="http://schemas.microsoft.com/office/powerpoint/2010/main" val="3510668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187</Words>
  <Application>Microsoft Office PowerPoint</Application>
  <PresentationFormat>Widescreen</PresentationFormat>
  <Paragraphs>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Results for lPFC</vt:lpstr>
      <vt:lpstr>Replication of rasterplots</vt:lpstr>
      <vt:lpstr>Replication of Fig.3</vt:lpstr>
      <vt:lpstr>ANOVA + choice</vt:lpstr>
      <vt:lpstr>ANOVA: drop, delay, value(cont)</vt:lpstr>
      <vt:lpstr>ANOVA: drop(cont), delay (cont), value(cont)</vt:lpstr>
      <vt:lpstr>Sustained activity for drop, delay, and interaction (replication Fig. 6)</vt:lpstr>
      <vt:lpstr>Sustained activity for drop, delay, and interaction (cross-correlation)</vt:lpstr>
      <vt:lpstr>Sustained activity for drop, delay, and VALUE (cross-correlation)</vt:lpstr>
      <vt:lpstr>Sustained activity for drop, delay, and VALUE (auto-correlation)</vt:lpstr>
      <vt:lpstr>Decoding analysis</vt:lpstr>
      <vt:lpstr>Yellow 1st vs Purple 1st </vt:lpstr>
      <vt:lpstr>Not implemented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for lPFC</dc:title>
  <dc:creator>Siyu Wang</dc:creator>
  <cp:lastModifiedBy>Siyu Wang</cp:lastModifiedBy>
  <cp:revision>34</cp:revision>
  <dcterms:created xsi:type="dcterms:W3CDTF">2024-04-16T09:31:56Z</dcterms:created>
  <dcterms:modified xsi:type="dcterms:W3CDTF">2024-04-16T14:43:59Z</dcterms:modified>
</cp:coreProperties>
</file>