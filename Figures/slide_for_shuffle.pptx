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5DD53-C998-46ED-8A15-0B0CFA30F869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D60E1-977E-4A2C-B506-37A9B753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Shuffle trial within condition…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D60E1-977E-4A2C-B506-37A9B75308D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9BCB-5E20-340B-C56B-746FAE335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32318-6E8E-8D89-4DFB-A2718E551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2BA0A-AA86-3F75-B201-0E975D0D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ED9AA-CFB4-F3B1-E1D5-DFF3726B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C2EE8-A1AC-0182-4E11-3FE507B1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3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1016-13AD-E7DD-FD41-7175EFB3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D74FD-0AFB-5669-F38F-A0C2CDC92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DEC39-98B6-36C7-15F5-03E515D5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151A1-E26A-50AD-8095-D9D4580D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33BCB-2FB5-9C26-6D47-9E526EBF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2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0000-CF96-64DF-9071-1BA5A479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4B95F-843A-8BAC-98D0-A221561F0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1E5E-6190-4A7C-961F-AC8A51B0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4C6A4-EF0F-2CC4-E636-F4CF19AE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D8F8D-57A9-CEC9-6B8D-80B018743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7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8C43-ADD5-956D-9F5D-EAD12FF3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239AE-6715-6E19-0FD4-E4B0859A9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79953-A65E-2B28-554B-BF6492032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EFB1D-FEB3-C249-BBAF-983AAEFC8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3B34-607A-1E76-4F27-06AA708A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0B29A-8E7A-A035-DDC8-C4E4FC09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6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9124-99EE-7252-4C8A-6AAF0B1BA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176D-8AB4-049C-CD49-F6FDCBF59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AE57F-140D-109F-402E-9A569DBE6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5C9CC-3862-2701-05F6-CBFB96D14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68F371-522F-7A97-03A8-E0213032A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25BF8-7531-B284-5254-58310645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E2FA3-4737-53FC-25E7-CC94DFC0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F6182-E4EF-83F3-0466-304BE123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4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3BD6-E744-607A-058E-0B20FD72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84A4E-002F-237D-CC6F-4A257338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4B150-26DE-371C-8BF8-D1E68FDD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641E9-0EB3-83D2-494C-4A44F081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3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BC36C3-0A82-1BC3-83C5-0CB808373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78F2D-CA15-7827-AED4-FE301BF4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7B480-C01F-1B8F-22B1-9C6A1BFE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7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3510-A383-2E6D-B31A-E9440362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D9866-39F1-5EF1-C279-15DEA06B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62C9C-A8D2-D252-D8BB-28C844D60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17CD5-796D-5E15-9C36-A8347BBB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3FAB3-DED0-510C-0FD5-AB1404A4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5B05F-256C-4657-DD1E-81D91C39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5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E291-32A5-5F34-F419-385F040A2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D4B7B-89E7-E5A3-E99B-A8174E0FB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6122C-8D7A-1545-8482-FBFFE81DF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9BA67-CF78-B26F-DE2D-4EE4141A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7D633-3EA0-9A77-B5BC-994D4C5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08FEE-83E0-551D-84EC-F7EC667A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3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ED7A-1324-775C-48E1-827565F1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3719A-FDAB-D6DD-566C-1C1CAA85E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E4C8F-8CA8-0D1C-A42E-F95CF5DC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F49D3-0E9D-3966-0792-6E014667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A752B-BEF6-4F03-D930-0C2EE6A1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04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49A52B-E5D7-3049-8280-11E4B65AA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FEEBB-8CFF-6AC7-FE83-29550668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259E-C253-BD3B-8752-E3073D8F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C7E29-C79A-7FE6-F5FE-DDE80166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ABE45-C644-6A0A-D7DD-7414D2BC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5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DDE99-28E3-43A6-8FB8-71B8C72F7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582E5-238D-8822-39AA-7DEB70D44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5C9F1-BEC5-F784-1B61-E627B4F4C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F916F-920C-42EF-BCE1-46413622F563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4BF0-720F-64C9-FFDE-CF3F123A5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30289-B1B9-366F-DD3F-41A589BE1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2D31B-DA07-4B49-B200-85A4B8682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9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7084-CDB6-E83D-6352-FF73AE3116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268FE-D9B5-ACAB-5551-D26AFF752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0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06A85-8C37-B87A-EEED-B3A8A8E8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E15F3-CD78-8AE9-172B-CB0B48F8C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Shuffle trial ID (across conditions)</a:t>
            </a:r>
          </a:p>
          <a:p>
            <a:endParaRPr lang="en-US" dirty="0"/>
          </a:p>
          <a:p>
            <a:r>
              <a:rPr lang="en-US" dirty="0"/>
              <a:t>Shuffle spike timing between 0 to 1100ms (within trial)</a:t>
            </a:r>
          </a:p>
          <a:p>
            <a:endParaRPr lang="en-US" dirty="0"/>
          </a:p>
          <a:p>
            <a:r>
              <a:rPr lang="en-US" dirty="0"/>
              <a:t>Shuffle firing rate across trials, maintaining timing</a:t>
            </a:r>
          </a:p>
          <a:p>
            <a:endParaRPr lang="en-US" dirty="0"/>
          </a:p>
          <a:p>
            <a:r>
              <a:rPr lang="en-US" dirty="0"/>
              <a:t>Trial 1: 2 3 3 3 4 = 15</a:t>
            </a:r>
          </a:p>
          <a:p>
            <a:r>
              <a:rPr lang="en-US" dirty="0"/>
              <a:t>Trial 2: 0 0 30 0 0 = 30</a:t>
            </a:r>
          </a:p>
          <a:p>
            <a:r>
              <a:rPr lang="en-US" dirty="0"/>
              <a:t>Trial 3: 0 0 0 0 0 = 0</a:t>
            </a:r>
          </a:p>
          <a:p>
            <a:endParaRPr lang="en-US" dirty="0"/>
          </a:p>
          <a:p>
            <a:r>
              <a:rPr lang="en-US" dirty="0"/>
              <a:t>Trial 1: 4 6 6 6 8</a:t>
            </a:r>
          </a:p>
          <a:p>
            <a:r>
              <a:rPr lang="en-US" dirty="0"/>
              <a:t>Trial 2: 0 0 15 0 0</a:t>
            </a:r>
          </a:p>
          <a:p>
            <a:r>
              <a:rPr lang="en-US" dirty="0"/>
              <a:t>Trial 3: (10) </a:t>
            </a:r>
            <a:r>
              <a:rPr lang="en-US" dirty="0" err="1"/>
              <a:t>NaN</a:t>
            </a:r>
            <a:r>
              <a:rPr lang="en-US" dirty="0"/>
              <a:t> </a:t>
            </a:r>
            <a:r>
              <a:rPr lang="en-US" dirty="0" err="1"/>
              <a:t>NaN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272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7030-CBAD-98B9-466B-15094010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oup of graphs showing different types of cells&#10;&#10;Description automatically generated">
            <a:extLst>
              <a:ext uri="{FF2B5EF4-FFF2-40B4-BE49-F238E27FC236}">
                <a16:creationId xmlns:a16="http://schemas.microsoft.com/office/drawing/2014/main" id="{8AAADC41-A552-9E00-AF19-25E72897D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3" y="238033"/>
            <a:ext cx="9186794" cy="6381933"/>
          </a:xfrm>
        </p:spPr>
      </p:pic>
    </p:spTree>
    <p:extLst>
      <p:ext uri="{BB962C8B-B14F-4D97-AF65-F5344CB8AC3E}">
        <p14:creationId xmlns:p14="http://schemas.microsoft.com/office/powerpoint/2010/main" val="54280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7030-CBAD-98B9-466B-15094010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AADC41-A552-9E00-AF19-25E72897D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103" y="238033"/>
            <a:ext cx="9186794" cy="6381933"/>
          </a:xfrm>
        </p:spPr>
      </p:pic>
    </p:spTree>
    <p:extLst>
      <p:ext uri="{BB962C8B-B14F-4D97-AF65-F5344CB8AC3E}">
        <p14:creationId xmlns:p14="http://schemas.microsoft.com/office/powerpoint/2010/main" val="40058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7030-CBAD-98B9-466B-15094010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AADC41-A552-9E00-AF19-25E72897D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103" y="238033"/>
            <a:ext cx="9186794" cy="6381933"/>
          </a:xfrm>
        </p:spPr>
      </p:pic>
    </p:spTree>
    <p:extLst>
      <p:ext uri="{BB962C8B-B14F-4D97-AF65-F5344CB8AC3E}">
        <p14:creationId xmlns:p14="http://schemas.microsoft.com/office/powerpoint/2010/main" val="70978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7030-CBAD-98B9-466B-15094010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AADC41-A552-9E00-AF19-25E72897D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103" y="238033"/>
            <a:ext cx="9186794" cy="6381933"/>
          </a:xfrm>
        </p:spPr>
      </p:pic>
    </p:spTree>
    <p:extLst>
      <p:ext uri="{BB962C8B-B14F-4D97-AF65-F5344CB8AC3E}">
        <p14:creationId xmlns:p14="http://schemas.microsoft.com/office/powerpoint/2010/main" val="335596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A13C-2FBD-F306-EFAB-11D716C9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oup of red and yellow squares&#10;&#10;Description automatically generated with medium confidence">
            <a:extLst>
              <a:ext uri="{FF2B5EF4-FFF2-40B4-BE49-F238E27FC236}">
                <a16:creationId xmlns:a16="http://schemas.microsoft.com/office/drawing/2014/main" id="{4DDF2529-E3F4-51CA-B5C0-AE7956F3A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831" y="233648"/>
            <a:ext cx="6672690" cy="6216522"/>
          </a:xfrm>
        </p:spPr>
      </p:pic>
    </p:spTree>
    <p:extLst>
      <p:ext uri="{BB962C8B-B14F-4D97-AF65-F5344CB8AC3E}">
        <p14:creationId xmlns:p14="http://schemas.microsoft.com/office/powerpoint/2010/main" val="939205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B207-4F0B-2017-1DF2-23C2A1C85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C55CA-95DD-0804-0511-5C4C49CA4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A6518-7C58-C482-4462-5DE13031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2" y="0"/>
            <a:ext cx="4679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48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4A8B-3C20-9B02-A8FA-0BEB9E77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llection of graphing graphs&#10;&#10;Description automatically generated with medium confidence">
            <a:extLst>
              <a:ext uri="{FF2B5EF4-FFF2-40B4-BE49-F238E27FC236}">
                <a16:creationId xmlns:a16="http://schemas.microsoft.com/office/drawing/2014/main" id="{CB389D42-B1B2-8B66-3DB5-DFF6DF267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992" y="0"/>
            <a:ext cx="4042374" cy="6870891"/>
          </a:xfrm>
        </p:spPr>
      </p:pic>
    </p:spTree>
    <p:extLst>
      <p:ext uri="{BB962C8B-B14F-4D97-AF65-F5344CB8AC3E}">
        <p14:creationId xmlns:p14="http://schemas.microsoft.com/office/powerpoint/2010/main" val="908017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87</Words>
  <Application>Microsoft Office PowerPoint</Application>
  <PresentationFormat>Widescreen</PresentationFormat>
  <Paragraphs>16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Siyu Wang</dc:creator>
  <cp:lastModifiedBy>Siyu Wang</cp:lastModifiedBy>
  <cp:revision>8</cp:revision>
  <dcterms:created xsi:type="dcterms:W3CDTF">2024-06-21T13:59:53Z</dcterms:created>
  <dcterms:modified xsi:type="dcterms:W3CDTF">2024-06-21T16:22:52Z</dcterms:modified>
</cp:coreProperties>
</file>